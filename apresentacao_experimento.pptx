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Comparativo de Performance:</a:t>
            </a:r>
          </a:p>
          <a:p>
            <a:r>
              <a:t>REST vs GraphQL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Experimento Controlado - Lab 05</a:t>
            </a:r>
          </a:p>
          <a:p>
            <a:r>
              <a:t>Engenharia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Hipóteses de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RQ1 (Tempo):</a:t>
            </a:r>
          </a:p>
          <a:p>
            <a:pPr/>
            <a:r>
              <a:t>H0: Não há diferença significativa no tempo de resposta.</a:t>
            </a:r>
          </a:p>
          <a:p>
            <a:pPr/>
            <a:r>
              <a:t>H1: Há diferença significativa no tempo de resposta.</a:t>
            </a:r>
          </a:p>
          <a:p>
            <a:pPr/>
          </a:p>
          <a:p>
            <a:pPr/>
            <a:r>
              <a:t>RQ2 (Tamanho/Eficiência):</a:t>
            </a:r>
          </a:p>
          <a:p>
            <a:pPr/>
            <a:r>
              <a:t>H0: Tamanhos de resposta são estatisticamente iguais.</a:t>
            </a:r>
          </a:p>
          <a:p>
            <a:pPr/>
            <a:r>
              <a:t>H1: GraphQL apresenta respostas significativamente menores.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Metodologia e Configuração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Variáveis:</a:t>
            </a:r>
          </a:p>
          <a:p>
            <a:pPr/>
            <a:r>
              <a:t>- Independente: Tipo de API (REST vs GraphQL).</a:t>
            </a:r>
          </a:p>
          <a:p>
            <a:pPr/>
            <a:r>
              <a:t>- Dependentes: Tempo (ms) e Tamanho (bytes).</a:t>
            </a:r>
          </a:p>
          <a:p>
            <a:pPr/>
          </a:p>
          <a:p>
            <a:pPr/>
            <a:r>
              <a:t>Objeto Experimental:</a:t>
            </a:r>
          </a:p>
          <a:p>
            <a:pPr/>
            <a:r>
              <a:t>- 'The Rick and Morty API' (Pública).</a:t>
            </a:r>
          </a:p>
          <a:p>
            <a:pPr/>
            <a:r>
              <a:t>- Consulta: Lista de personagens (Página 1).</a:t>
            </a:r>
          </a:p>
          <a:p>
            <a:pPr/>
          </a:p>
          <a:p>
            <a:pPr/>
            <a:r>
              <a:t>Configuração:</a:t>
            </a:r>
          </a:p>
          <a:p>
            <a:pPr/>
            <a:r>
              <a:t>- 30 iterações por grupo (Total: 60 medições).</a:t>
            </a:r>
          </a:p>
          <a:p>
            <a:pPr/>
            <a:r>
              <a:t>- Bypass de SSL e automação via Python/Requests.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Análise de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 Médio (RQ1):</a:t>
            </a:r>
          </a:p>
          <a:p>
            <a:pPr/>
            <a:r>
              <a:t>- REST: 119.33 ms</a:t>
            </a:r>
          </a:p>
          <a:p>
            <a:pPr/>
            <a:r>
              <a:t>- GraphQL: 160.15 ms</a:t>
            </a:r>
          </a:p>
          <a:p>
            <a:pPr/>
            <a:r>
              <a:t>- Teste T (p-valor): 0.137 (Sem diferença significativa).</a:t>
            </a:r>
          </a:p>
          <a:p>
            <a:pPr/>
          </a:p>
          <a:p>
            <a:pPr/>
            <a:r>
              <a:t>Tamanho Médio (RQ2):</a:t>
            </a:r>
          </a:p>
          <a:p>
            <a:pPr/>
            <a:r>
              <a:t>- REST: 19.496 bytes (Overfetching)</a:t>
            </a:r>
          </a:p>
          <a:p>
            <a:pPr/>
            <a:r>
              <a:t>- GraphQL: 1.074 bytes (Query Otimizada)</a:t>
            </a:r>
          </a:p>
          <a:p>
            <a:pPr/>
            <a:r>
              <a:t>- Teste T (p-valor): 0.000 (Diferença Crítica).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Visualização dos Dados</a:t>
            </a:r>
          </a:p>
        </p:txBody>
      </p:sp>
      <p:pic>
        <p:nvPicPr>
          <p:cNvPr id="3" name="Picture 2" descr="dashboar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(Tempo):</a:t>
            </a:r>
          </a:p>
          <a:p>
            <a:pPr/>
            <a:r>
              <a:t>- O REST foi ligeiramente mais rápido, mas a diferença não é estatisticamente relevante (p &gt; 0.05).</a:t>
            </a:r>
          </a:p>
          <a:p>
            <a:pPr/>
          </a:p>
          <a:p>
            <a:pPr/>
            <a:r>
              <a:t>Eficiência (Rede):</a:t>
            </a:r>
          </a:p>
          <a:p>
            <a:pPr/>
            <a:r>
              <a:t>- O GraphQL reduziu o tráfego de rede em aprox. 94%.</a:t>
            </a:r>
          </a:p>
          <a:p>
            <a:pPr/>
            <a:r>
              <a:t>- Eliminação completa do Overfetching.</a:t>
            </a:r>
          </a:p>
          <a:p>
            <a:pPr/>
          </a:p>
          <a:p>
            <a:pPr/>
            <a:r>
              <a:t>Veredito:</a:t>
            </a:r>
          </a:p>
          <a:p>
            <a:pPr/>
            <a:r>
              <a:t>- GraphQL é superior para ambientes com restrição de banda (Mobile/4G).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